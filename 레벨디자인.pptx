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79" autoAdjust="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DCFB89-37A7-A382-D1A6-CC60853E8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18284F-C247-FDAC-0284-E1D32D251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A3F2A7-C263-D5B0-E2CF-907EFFFA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56CA-5B11-4615-AE62-5930E938ABA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F028C6-8185-418A-E997-F9DFAB6E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FE69F8-0F73-EB7A-8210-194F089F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0F2F-846E-4DF2-9741-C5520CFA9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2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6CADE-A0CE-5936-BD49-6F1236AC1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3E5B4F-0FFA-12CE-6390-EC145A82F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F3F878-194D-62EC-510E-CCAC93872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56CA-5B11-4615-AE62-5930E938ABA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504C94-3170-C08B-B63B-D43A456BD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C90541-B681-F077-F1B8-3DF585CF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0F2F-846E-4DF2-9741-C5520CFA9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20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46BB8-45FB-E0AC-9C5B-171929071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0E5CF3-1EF2-F916-A11C-0B6159397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9C58DB-7504-0B3E-6716-A67780869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56CA-5B11-4615-AE62-5930E938ABA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8126D-7DE7-CB21-3E93-12DCAD25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8BCB6-388A-BC0E-1C95-5381D014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0F2F-846E-4DF2-9741-C5520CFA9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135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9CF4C-829E-27E4-B57C-BE4A0EE0B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E3E5D4-D98D-5A66-B2D7-B944FA56D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84EA2F-6DB3-9754-43E6-90D386E3C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130749-C5D2-9C37-5127-21A55DEF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56CA-5B11-4615-AE62-5930E938ABA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6A6B8-3130-EEA2-092D-08BDADBA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7F4C99-6C45-6E70-AA44-14703DFFF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0F2F-846E-4DF2-9741-C5520CFA9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49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15F19-A614-C0F3-EE7A-405AC1EB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29B7B8-7804-AD12-6746-DDE71906B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13E65C-CFE9-B2AC-3CCC-116B12B97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D594C0-521F-7743-5FA2-D9BB8318E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47030A-597E-A865-28BE-9BB794DCC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D9D8CD3-C043-896F-A448-7B892DDEF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56CA-5B11-4615-AE62-5930E938ABA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43371F8-15B8-D9A7-A912-7E0AC8350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74FD1E-9ECD-0A11-4210-E4C455453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0F2F-846E-4DF2-9741-C5520CFA9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498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1FF47-17BB-6578-58A7-594A1051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E262380-F2F1-FFA3-B31B-2F7DCE4E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56CA-5B11-4615-AE62-5930E938ABA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D2EB2A-6100-990C-22F9-23262ED2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3F44AA-C79B-FCD6-89CE-042A6E532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0F2F-846E-4DF2-9741-C5520CFA9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40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ADAD2E-9A39-A8A1-F111-63471F2C0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56CA-5B11-4615-AE62-5930E938ABA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439939-4E5A-8BA0-ED12-C0BE231AB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D0E1E0-78B3-EDFC-321F-05390C64E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0F2F-846E-4DF2-9741-C5520CFA9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04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5A0BB-B71C-A4AF-FA7D-78199016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78AF7-11DB-9332-DFDB-6EFD0327E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B4422C-7B81-7CB2-E828-414255521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4F578B-57BC-439D-4AF6-D9FAE2E4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56CA-5B11-4615-AE62-5930E938ABA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825223-F73D-7F9A-3F67-EA3F1150B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E6D3B1-D1E5-B807-519E-2F2667C2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0F2F-846E-4DF2-9741-C5520CFA9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21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C0B2A-1831-E82F-3753-6F4394428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C8BFDDF-38A1-5EFD-9EA0-21EDF6F72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19F856-4C6D-D7F6-A5AD-60B145389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D865F-5E87-FF2D-46C5-08D9D7E78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56CA-5B11-4615-AE62-5930E938ABA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84196E-A4AD-75B0-C248-48147C7A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074BFD-3DFC-D4C9-3723-CEA0A506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0F2F-846E-4DF2-9741-C5520CFA9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49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3F3F0-999F-1B2E-8751-CDB86923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80AB27-2864-68FB-487B-3C5EB2BFA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EA8BA1-EF8C-1D59-1433-3113B236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56CA-5B11-4615-AE62-5930E938ABA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3F6492-853C-65E5-A1ED-8AF07982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AA56EC-D8A8-21C8-57A0-5DFC2F94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0F2F-846E-4DF2-9741-C5520CFA9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614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F693C88-A54B-F3AC-D7D1-A5973268F3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1CE59E-405F-1F0D-9FC7-F3B206F37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E4EC61-F2DF-E7B7-AD96-5B324E80F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56CA-5B11-4615-AE62-5930E938ABA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C56A20-0ACA-1345-0BEF-70FDED1B1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993C9F-BB60-7985-1BCC-32D886582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70F2F-846E-4DF2-9741-C5520CFA9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239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AF4471-E63E-E983-5844-54CD1E55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67519A-2DC4-0039-7BC2-72B5410F3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C8FE2E-24E5-1F77-81D6-0E34DF694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256CA-5B11-4615-AE62-5930E938ABA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129B3F-79A6-E6CB-B6C4-3C921C315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493670-1B01-1A1F-0857-20105899F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C70F2F-846E-4DF2-9741-C5520CFA92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00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E1D339-5123-C7A6-2E15-BBF4BEA2238F}"/>
              </a:ext>
            </a:extLst>
          </p:cNvPr>
          <p:cNvSpPr/>
          <p:nvPr/>
        </p:nvSpPr>
        <p:spPr>
          <a:xfrm>
            <a:off x="0" y="1078303"/>
            <a:ext cx="8022566" cy="336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169951D-E436-6BD4-18F7-63427CB58F98}"/>
              </a:ext>
            </a:extLst>
          </p:cNvPr>
          <p:cNvSpPr/>
          <p:nvPr/>
        </p:nvSpPr>
        <p:spPr>
          <a:xfrm>
            <a:off x="4169434" y="2641120"/>
            <a:ext cx="8022566" cy="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C69CE22-1877-65E5-EDE2-C90D26262D73}"/>
              </a:ext>
            </a:extLst>
          </p:cNvPr>
          <p:cNvSpPr/>
          <p:nvPr/>
        </p:nvSpPr>
        <p:spPr>
          <a:xfrm>
            <a:off x="0" y="6521569"/>
            <a:ext cx="12192000" cy="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4D8F09-69D7-7671-8B23-0914F30D58EA}"/>
              </a:ext>
            </a:extLst>
          </p:cNvPr>
          <p:cNvSpPr/>
          <p:nvPr/>
        </p:nvSpPr>
        <p:spPr>
          <a:xfrm>
            <a:off x="4169434" y="4035722"/>
            <a:ext cx="8022566" cy="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58E911-6B39-A3CA-D090-F7FE07BB2626}"/>
              </a:ext>
            </a:extLst>
          </p:cNvPr>
          <p:cNvSpPr/>
          <p:nvPr/>
        </p:nvSpPr>
        <p:spPr>
          <a:xfrm>
            <a:off x="9822611" y="5430324"/>
            <a:ext cx="977661" cy="11128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움직이는 </a:t>
            </a:r>
            <a:r>
              <a:rPr lang="ko-KR" altLang="en-US" dirty="0" err="1"/>
              <a:t>옵젝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D8CE825-0BE8-33FA-5901-5CCC60689160}"/>
              </a:ext>
            </a:extLst>
          </p:cNvPr>
          <p:cNvSpPr/>
          <p:nvPr/>
        </p:nvSpPr>
        <p:spPr>
          <a:xfrm>
            <a:off x="2651184" y="5408762"/>
            <a:ext cx="977661" cy="11128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병사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69B3AE6-559B-8C14-943E-0DDEA2F0C0DE}"/>
              </a:ext>
            </a:extLst>
          </p:cNvPr>
          <p:cNvSpPr/>
          <p:nvPr/>
        </p:nvSpPr>
        <p:spPr>
          <a:xfrm>
            <a:off x="9330904" y="1528313"/>
            <a:ext cx="977661" cy="11128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병사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E693804-ECC6-7E36-92EE-24B4FA9477C6}"/>
              </a:ext>
            </a:extLst>
          </p:cNvPr>
          <p:cNvSpPr/>
          <p:nvPr/>
        </p:nvSpPr>
        <p:spPr>
          <a:xfrm>
            <a:off x="6728602" y="2765485"/>
            <a:ext cx="672861" cy="475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감시 </a:t>
            </a:r>
            <a:endParaRPr lang="en-US" altLang="ko-KR" sz="1100" dirty="0"/>
          </a:p>
          <a:p>
            <a:pPr algn="ctr"/>
            <a:r>
              <a:rPr lang="ko-KR" altLang="en-US" sz="1100" dirty="0"/>
              <a:t>카메라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E349A16-F8DD-50A2-CD69-9568C8233417}"/>
              </a:ext>
            </a:extLst>
          </p:cNvPr>
          <p:cNvCxnSpPr>
            <a:stCxn id="21" idx="1"/>
          </p:cNvCxnSpPr>
          <p:nvPr/>
        </p:nvCxnSpPr>
        <p:spPr>
          <a:xfrm flipH="1" flipV="1">
            <a:off x="3804249" y="5978106"/>
            <a:ext cx="6018362" cy="8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999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1FCB5-9E24-9E22-CA5A-B6558ECFA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F819D10B-67D0-E50D-942C-97A1845158E4}"/>
              </a:ext>
            </a:extLst>
          </p:cNvPr>
          <p:cNvSpPr/>
          <p:nvPr/>
        </p:nvSpPr>
        <p:spPr>
          <a:xfrm>
            <a:off x="120768" y="414068"/>
            <a:ext cx="974785" cy="1168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EC6EC6-C7D4-3AE5-23C4-EB023110F85F}"/>
              </a:ext>
            </a:extLst>
          </p:cNvPr>
          <p:cNvSpPr/>
          <p:nvPr/>
        </p:nvSpPr>
        <p:spPr>
          <a:xfrm>
            <a:off x="0" y="6521569"/>
            <a:ext cx="12192000" cy="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BAE6E80-68D4-74CD-42C6-962E8FB98193}"/>
              </a:ext>
            </a:extLst>
          </p:cNvPr>
          <p:cNvSpPr/>
          <p:nvPr/>
        </p:nvSpPr>
        <p:spPr>
          <a:xfrm>
            <a:off x="2823713" y="4930720"/>
            <a:ext cx="977661" cy="1590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0965D9-F8A0-3108-5CB6-6E99FE48758D}"/>
              </a:ext>
            </a:extLst>
          </p:cNvPr>
          <p:cNvSpPr/>
          <p:nvPr/>
        </p:nvSpPr>
        <p:spPr>
          <a:xfrm>
            <a:off x="0" y="2641120"/>
            <a:ext cx="2527540" cy="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249FF0-4D6E-22E8-86E6-12250EA70102}"/>
              </a:ext>
            </a:extLst>
          </p:cNvPr>
          <p:cNvSpPr/>
          <p:nvPr/>
        </p:nvSpPr>
        <p:spPr>
          <a:xfrm>
            <a:off x="0" y="4035722"/>
            <a:ext cx="2527540" cy="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9FEE47-D964-7964-B408-F03D9B1587B9}"/>
              </a:ext>
            </a:extLst>
          </p:cNvPr>
          <p:cNvSpPr/>
          <p:nvPr/>
        </p:nvSpPr>
        <p:spPr>
          <a:xfrm>
            <a:off x="4324709" y="4843011"/>
            <a:ext cx="1771291" cy="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D01F9B-86BC-218E-1CE4-4844DD1E257D}"/>
              </a:ext>
            </a:extLst>
          </p:cNvPr>
          <p:cNvSpPr/>
          <p:nvPr/>
        </p:nvSpPr>
        <p:spPr>
          <a:xfrm>
            <a:off x="6630835" y="4372153"/>
            <a:ext cx="1771291" cy="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4A737D-0237-90B5-6350-B5EB97157094}"/>
              </a:ext>
            </a:extLst>
          </p:cNvPr>
          <p:cNvSpPr/>
          <p:nvPr/>
        </p:nvSpPr>
        <p:spPr>
          <a:xfrm>
            <a:off x="8965718" y="3867506"/>
            <a:ext cx="1771291" cy="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EEC1CF-B6D4-F8FD-704E-5296A11E1F64}"/>
              </a:ext>
            </a:extLst>
          </p:cNvPr>
          <p:cNvSpPr/>
          <p:nvPr/>
        </p:nvSpPr>
        <p:spPr>
          <a:xfrm>
            <a:off x="7763774" y="1590851"/>
            <a:ext cx="2973235" cy="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D0554D3-B055-5CD0-5F67-42A51BD864DB}"/>
              </a:ext>
            </a:extLst>
          </p:cNvPr>
          <p:cNvSpPr/>
          <p:nvPr/>
        </p:nvSpPr>
        <p:spPr>
          <a:xfrm>
            <a:off x="9346716" y="1804349"/>
            <a:ext cx="1009294" cy="20631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사다리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303CBB-6585-8529-CE75-4601A23C99E8}"/>
              </a:ext>
            </a:extLst>
          </p:cNvPr>
          <p:cNvSpPr/>
          <p:nvPr/>
        </p:nvSpPr>
        <p:spPr>
          <a:xfrm>
            <a:off x="0" y="1590850"/>
            <a:ext cx="6096000" cy="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E2F27B-65B7-987C-6EAA-D5C9B82184F9}"/>
              </a:ext>
            </a:extLst>
          </p:cNvPr>
          <p:cNvSpPr/>
          <p:nvPr/>
        </p:nvSpPr>
        <p:spPr>
          <a:xfrm rot="5400000">
            <a:off x="7291469" y="623259"/>
            <a:ext cx="1582949" cy="3364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C84FDE-9385-D581-7643-06CBB5C40AE7}"/>
              </a:ext>
            </a:extLst>
          </p:cNvPr>
          <p:cNvSpPr txBox="1"/>
          <p:nvPr/>
        </p:nvSpPr>
        <p:spPr>
          <a:xfrm>
            <a:off x="7481613" y="860926"/>
            <a:ext cx="1188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떨어뜨려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F8DE46A-5F0F-C325-107E-2B45BE251E8F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6096000" y="500332"/>
            <a:ext cx="1979760" cy="125873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004AE4-B4BC-802B-EA5E-4FC79CDF71B6}"/>
              </a:ext>
            </a:extLst>
          </p:cNvPr>
          <p:cNvSpPr/>
          <p:nvPr/>
        </p:nvSpPr>
        <p:spPr>
          <a:xfrm>
            <a:off x="1202308" y="5408761"/>
            <a:ext cx="977661" cy="11128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병사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A82B06-2BEF-67D2-12D6-5AE6A190D285}"/>
              </a:ext>
            </a:extLst>
          </p:cNvPr>
          <p:cNvSpPr txBox="1"/>
          <p:nvPr/>
        </p:nvSpPr>
        <p:spPr>
          <a:xfrm>
            <a:off x="0" y="599200"/>
            <a:ext cx="11882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금고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마을에서 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번호 찾은 거 입력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9EB1A4C-BB2A-9A2D-79D3-32560E6A1491}"/>
              </a:ext>
            </a:extLst>
          </p:cNvPr>
          <p:cNvSpPr/>
          <p:nvPr/>
        </p:nvSpPr>
        <p:spPr>
          <a:xfrm>
            <a:off x="6096000" y="3208306"/>
            <a:ext cx="672861" cy="475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감시 </a:t>
            </a:r>
            <a:endParaRPr lang="en-US" altLang="ko-KR" sz="1100" dirty="0"/>
          </a:p>
          <a:p>
            <a:pPr algn="ctr"/>
            <a:r>
              <a:rPr lang="ko-KR" altLang="en-US" sz="1100" dirty="0"/>
              <a:t>카메라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C565D30-8FFF-2A2F-DE6D-E7D27925F4DD}"/>
              </a:ext>
            </a:extLst>
          </p:cNvPr>
          <p:cNvSpPr/>
          <p:nvPr/>
        </p:nvSpPr>
        <p:spPr>
          <a:xfrm>
            <a:off x="8402126" y="2534730"/>
            <a:ext cx="672861" cy="475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감시 </a:t>
            </a:r>
            <a:endParaRPr lang="en-US" altLang="ko-KR" sz="1100" dirty="0"/>
          </a:p>
          <a:p>
            <a:pPr algn="ctr"/>
            <a:r>
              <a:rPr lang="ko-KR" altLang="en-US" sz="1100" dirty="0"/>
              <a:t>카메라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4C556CE-EA3C-CF69-F990-B0CC0B59550E}"/>
              </a:ext>
            </a:extLst>
          </p:cNvPr>
          <p:cNvSpPr/>
          <p:nvPr/>
        </p:nvSpPr>
        <p:spPr>
          <a:xfrm>
            <a:off x="10133160" y="0"/>
            <a:ext cx="672861" cy="475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감시 </a:t>
            </a:r>
            <a:endParaRPr lang="en-US" altLang="ko-KR" sz="1100" dirty="0"/>
          </a:p>
          <a:p>
            <a:pPr algn="ctr"/>
            <a:r>
              <a:rPr lang="ko-KR" altLang="en-US" sz="1100" dirty="0"/>
              <a:t>카메라</a:t>
            </a:r>
          </a:p>
        </p:txBody>
      </p:sp>
    </p:spTree>
    <p:extLst>
      <p:ext uri="{BB962C8B-B14F-4D97-AF65-F5344CB8AC3E}">
        <p14:creationId xmlns:p14="http://schemas.microsoft.com/office/powerpoint/2010/main" val="206064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26</Words>
  <Application>Microsoft Office PowerPoint</Application>
  <PresentationFormat>와이드스크린</PresentationFormat>
  <Paragraphs>17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yongchan lim</dc:creator>
  <cp:lastModifiedBy>yongchan lim</cp:lastModifiedBy>
  <cp:revision>1</cp:revision>
  <dcterms:created xsi:type="dcterms:W3CDTF">2025-11-05T07:39:29Z</dcterms:created>
  <dcterms:modified xsi:type="dcterms:W3CDTF">2025-11-05T11:12:35Z</dcterms:modified>
</cp:coreProperties>
</file>